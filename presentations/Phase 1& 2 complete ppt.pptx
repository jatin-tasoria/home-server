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Gelasio" panose="020B0604020202020204" charset="0"/>
      <p:regular r:id="rId14"/>
    </p:embeddedFont>
    <p:embeddedFont>
      <p:font typeface="Lato" panose="020F0502020204030203" pitchFamily="34" charset="0"/>
      <p:regular r:id="rId15"/>
    </p:embeddedFont>
    <p:embeddedFont>
      <p:font typeface="Lato Bold" panose="020F0502020204030203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08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37C9E2-A0F1-5A8A-19A2-6C91768548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237456"/>
            <a:ext cx="4382978" cy="4383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19719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Self-Hosted Personal Cloud and Media Server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66196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Name: Jatin Tasoria · UID: 25MCC20054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4177010"/>
            <a:ext cx="6296860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Fedora-based self-hosted server providing personal cloud storage and media streaming using open-source technologies.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E491E43-86CA-178E-1C8A-812CBAE53F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61475" y="110539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Objectives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55899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1955899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Self-Host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364581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 a secure personal cloud storage solution under full user control.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955899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1955899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Centralized Sync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2364581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 centralized file storage and synchronization across multiple devices.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47442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3347442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Automatic Backups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3756124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 backups from legacy Android devices to the server.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347442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3347442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Streaming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3756124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Enable private media streaming and authenticated file access.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738985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0177" y="4738985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Linux &amp; Containers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370177" y="5147667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Demonstrate server administration with Fedora, Docker, and Docker Compose.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738985"/>
            <a:ext cx="472468" cy="4724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22617" y="4738985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Cost &amp; Privacy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922617" y="5147667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Deliver a cost-effective, privacy-focused alternative to commercial clouds.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06066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1 — Server &amp; Storage Setup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662013"/>
            <a:ext cx="690644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infrastructure provisioned and prepared for containerized services.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116534"/>
            <a:ext cx="6296860" cy="27154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5188" y="4317008"/>
            <a:ext cx="1480925" cy="178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 TB HDD /srv/storage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085188" y="3688433"/>
            <a:ext cx="1428545" cy="178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Docker &amp; Compose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085188" y="3066206"/>
            <a:ext cx="1428545" cy="178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Fedora Linux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85188" y="2437631"/>
            <a:ext cx="1428545" cy="178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128 GB SSD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61475" y="504457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components: Fedora OS on 128 GB SSD, secondary 2 TB HDD for media and Nextcloud data, Docker for service isolation, SSH and Git for administration/version control.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E26809-8270-2AB1-A27C-27B2F3E9B4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61475" y="553541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Storage Management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52018"/>
            <a:ext cx="4075209" cy="22937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6849" y="1458218"/>
            <a:ext cx="69493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/srv/storage structure and mount strategy: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196849" y="1918295"/>
            <a:ext cx="6339721" cy="101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HDD mounted at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/srv/storage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with UUID entries in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/etc/fstab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nofail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option used so the system boots when HDD absent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Separate directories for content types for easy mapping in Docker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196849" y="3097113"/>
            <a:ext cx="694930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Directory tree: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196849" y="3539331"/>
            <a:ext cx="6339721" cy="2158008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5420085" y="3725366"/>
            <a:ext cx="5893248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/srv/storage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Movies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TV_Shows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Anime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Anime_Movies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NEXTCLOUD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196849" y="5903317"/>
            <a:ext cx="694930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Useful commands: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lsblk</a:t>
            </a: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blkid</a:t>
            </a: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mkdir -p /srv/storage</a:t>
            </a: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mount -a</a:t>
            </a: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 -h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9935248-0613-5A36-FD8A-581F08E06C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61475" y="186094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2 — Service Deployment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71145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Deploying core services in Docker containers, mapped to persistent storage on /srv/storage.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226495"/>
            <a:ext cx="1541622" cy="9527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39331" y="3226495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Nextcloud — Personal Cloud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439331" y="3635177"/>
            <a:ext cx="353835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Centralized file storage, synchronization, and Android automatic backups (Nextcloud mobile app).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3226495"/>
            <a:ext cx="1541722" cy="9527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91870" y="3226495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Jellyfin — Media Server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991870" y="3635177"/>
            <a:ext cx="353835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Self-hosted media streaming for Movies, TV Shows, Anime, and Music; libraries mapped from /srv/storage.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61475" y="4755059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Both services run via Docker Compose with mapped volumes to persistent HDD partitions.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CA4E6C-3186-F89E-F03D-7D41B684F9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61475" y="723801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Nextcloud &amp; Jellyfin — Configuration &amp; Testing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628477"/>
            <a:ext cx="6383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Nextcloud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088555"/>
            <a:ext cx="5773593" cy="1309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Deployed with Docker Compose, persistent storage at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/srv/storage/NEXTCLOUD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Configured user accounts, tested file upload and device sync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Nextcloud Android app used to schedule automatic backups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562648"/>
            <a:ext cx="6383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Jellyfin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022725"/>
            <a:ext cx="5773593" cy="1309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Deployed with Docker Compose, media libraries mapped from /srv/storage (Movies, TV_Shows, Anime, Music)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Configured libraries, metadata fetching, and transcoding settings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Tested local and remote media playback on Android and web clients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5496818"/>
            <a:ext cx="5773593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Common Docker commands used: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&lt;container-name&gt;</a:t>
            </a:r>
            <a:endParaRPr lang="en-US" sz="1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233" y="2250976"/>
            <a:ext cx="4641337" cy="30958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C1DD4A0-5F03-F0BA-2EB5-2CC013E543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61475" y="559495"/>
            <a:ext cx="10868745" cy="435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Current Progress &amp; Next Steps (Phase 3 Preview)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61475" y="1316434"/>
            <a:ext cx="5354007" cy="1948557"/>
          </a:xfrm>
          <a:prstGeom prst="roundRect">
            <a:avLst>
              <a:gd name="adj" fmla="val 3756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2048" y="1497013"/>
            <a:ext cx="522671" cy="522684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813" y="1640681"/>
            <a:ext cx="235143" cy="2351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2048" y="2180332"/>
            <a:ext cx="499286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Completed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2048" y="2548830"/>
            <a:ext cx="4992860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Fedora server, Docker, SSH, 2TB HDD, Nextcloud &amp; Jellyfin deployed and tested.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6113" y="1316434"/>
            <a:ext cx="5354107" cy="1948557"/>
          </a:xfrm>
          <a:prstGeom prst="roundRect">
            <a:avLst>
              <a:gd name="adj" fmla="val 3756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56687" y="1497013"/>
            <a:ext cx="522671" cy="522684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0451" y="1640681"/>
            <a:ext cx="235143" cy="2351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6687" y="2180332"/>
            <a:ext cx="499295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3 Preview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356687" y="2548830"/>
            <a:ext cx="4992959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Enable secure remote access, reverse proxy, and final verification.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61475" y="3445669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Detailed next steps: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61475" y="3894138"/>
            <a:ext cx="10868745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Configure Tailscale for secure verification and remote connectivity.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Verify service behavior and stability before exposing to the public internet.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 Nginx as a reverse proxy, enable TLS and HTTP auth where appropriate.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system from multiple devices and finalize troubleshooting.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Prepare final documentation and demo script.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61475" y="5638403"/>
            <a:ext cx="10868745" cy="660102"/>
          </a:xfrm>
          <a:prstGeom prst="roundRect">
            <a:avLst>
              <a:gd name="adj" fmla="val 11087"/>
            </a:avLst>
          </a:prstGeom>
          <a:solidFill>
            <a:srgbClr val="E8E8E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99" y="5874246"/>
            <a:ext cx="217780" cy="1742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27702" y="5842595"/>
            <a:ext cx="10737879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Workflow mantra: Build → Deploy → Verify → Secure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566</Words>
  <Application>Microsoft Office PowerPoint</Application>
  <PresentationFormat>Widescreen</PresentationFormat>
  <Paragraphs>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Lato</vt:lpstr>
      <vt:lpstr>Arial</vt:lpstr>
      <vt:lpstr>Gelasio</vt:lpstr>
      <vt:lpstr>Lato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Jatin Tasoria</cp:lastModifiedBy>
  <cp:revision>2</cp:revision>
  <dcterms:created xsi:type="dcterms:W3CDTF">2026-09-09T17:59:44Z</dcterms:created>
  <dcterms:modified xsi:type="dcterms:W3CDTF">2026-09-09T18:02:08Z</dcterms:modified>
</cp:coreProperties>
</file>